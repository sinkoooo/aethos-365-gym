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USM AI Navigation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Flow Diagram</a:t>
            </a:r>
          </a:p>
          <a:p>
            <a:r>
              <a:t>(Air-gapped, CPU-only)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Guided UI Mapping (The Explorer)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Domain Expert</a:t>
            </a:r>
          </a:p>
          <a:p>
            <a:r>
              <a:t>(Navigates USM)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26080" y="2560320"/>
            <a:ext cx="54864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2286000"/>
            <a:ext cx="1828800" cy="914400"/>
          </a:xfrm>
          <a:prstGeom prst="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Chrome Extension</a:t>
            </a:r>
          </a:p>
          <a:p>
            <a:r>
              <a:t>(Mapping Mode)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69280" y="2560320"/>
            <a:ext cx="54864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286000"/>
            <a:ext cx="228600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Local Vector DB</a:t>
            </a:r>
          </a:p>
          <a:p>
            <a:r>
              <a:t>(ChromaDB)</a:t>
            </a:r>
          </a:p>
          <a:p>
            <a:r>
              <a:t>Stores Navigation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User Intent &amp;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37160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Operator</a:t>
            </a:r>
          </a:p>
          <a:p>
            <a:r>
              <a:t>(Natural Language)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920240" y="2560320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7440" y="2286000"/>
            <a:ext cx="1828800" cy="914400"/>
          </a:xfrm>
          <a:prstGeom prst="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Local Backend</a:t>
            </a:r>
          </a:p>
          <a:p>
            <a:r>
              <a:t>FastAPI Engine</a:t>
            </a:r>
          </a:p>
        </p:txBody>
      </p:sp>
      <p:sp>
        <p:nvSpPr>
          <p:cNvPr id="6" name="Up Arrow 5"/>
          <p:cNvSpPr/>
          <p:nvPr/>
        </p:nvSpPr>
        <p:spPr>
          <a:xfrm>
            <a:off x="3108960" y="1645920"/>
            <a:ext cx="365760" cy="54864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640080"/>
            <a:ext cx="182880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Vector DB</a:t>
            </a:r>
          </a:p>
          <a:p>
            <a:r>
              <a:t>(ChromaDB/FAISS)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108960" y="3291840"/>
            <a:ext cx="365760" cy="5486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3931920"/>
            <a:ext cx="182880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LLM Engine</a:t>
            </a:r>
          </a:p>
          <a:p>
            <a:r>
              <a:t>(llama.cpp)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97680" y="2560320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286000"/>
            <a:ext cx="1371600" cy="914400"/>
          </a:xfrm>
          <a:prstGeom prst="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Chrome Ext.</a:t>
            </a:r>
          </a:p>
          <a:p>
            <a:r>
              <a:t>(Target Highlight)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17920" y="2560320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286000"/>
            <a:ext cx="137160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USM Dashboard</a:t>
            </a:r>
          </a:p>
          <a:p>
            <a:r>
              <a:t>(Visual Guide)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